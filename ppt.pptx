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Calibri (MS)" panose="020B0604020202020204" charset="0"/>
      <p:regular r:id="rId9"/>
    </p:embeddedFont>
    <p:embeddedFont>
      <p:font typeface="Poppins" panose="00000500000000000000" pitchFamily="2" charset="0"/>
      <p:regular r:id="rId10"/>
      <p:bold r:id="rId11"/>
    </p:embeddedFon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243678"/>
            <a:ext cx="17449800" cy="9700422"/>
            <a:chOff x="0" y="0"/>
            <a:chExt cx="23266400" cy="1293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421521" y="5543674"/>
            <a:ext cx="13444957" cy="370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000" b="1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                  </a:t>
            </a: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 Bold"/>
                <a:cs typeface="Poppins"/>
                <a:sym typeface="Poppins"/>
              </a:rPr>
              <a:t>Tech Legends</a:t>
            </a:r>
            <a:endParaRPr lang="en-US" sz="2000" spc="16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0"/>
              </a:lnSpc>
            </a:pPr>
            <a:r>
              <a:rPr lang="en-US" sz="2000" b="1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 Name:               </a:t>
            </a: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 Bold"/>
                <a:cs typeface="Poppins"/>
                <a:sym typeface="Poppins"/>
              </a:rPr>
              <a:t>Canara Engineering College, Mangaluru,</a:t>
            </a: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Karnataka.</a:t>
            </a:r>
          </a:p>
          <a:p>
            <a:pPr>
              <a:lnSpc>
                <a:spcPts val="4200"/>
              </a:lnSpc>
            </a:pPr>
            <a:r>
              <a:rPr lang="en-US" sz="2000" b="1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Track</a:t>
            </a:r>
            <a:r>
              <a:rPr lang="en-US" sz="2000" b="1" spc="16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:                                   Smart Mobility &amp; Traffic Intelligence.</a:t>
            </a:r>
            <a:endParaRPr lang="en-US" sz="2000" b="1" spc="16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algn="l">
              <a:lnSpc>
                <a:spcPts val="4200"/>
              </a:lnSpc>
            </a:pPr>
            <a:r>
              <a:rPr lang="en-US" sz="2000" b="1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members:           </a:t>
            </a: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 Bold"/>
                <a:cs typeface="Poppins"/>
                <a:sym typeface="Poppins"/>
              </a:rPr>
              <a:t>Janani N</a:t>
            </a:r>
          </a:p>
          <a:p>
            <a:pPr algn="l">
              <a:lnSpc>
                <a:spcPts val="4200"/>
              </a:lnSpc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</a:t>
            </a: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Jeevitha</a:t>
            </a:r>
          </a:p>
          <a:p>
            <a:pPr algn="l">
              <a:lnSpc>
                <a:spcPts val="4200"/>
              </a:lnSpc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			 </a:t>
            </a: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Jeevitha</a:t>
            </a:r>
          </a:p>
          <a:p>
            <a:pPr algn="l">
              <a:lnSpc>
                <a:spcPts val="4200"/>
              </a:lnSpc>
            </a:pPr>
            <a:r>
              <a:rPr lang="en-US" sz="2000" b="1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G K Deeksha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19800" y="2261911"/>
            <a:ext cx="5015560" cy="1495654"/>
            <a:chOff x="0" y="0"/>
            <a:chExt cx="6687414" cy="1994205"/>
          </a:xfrm>
        </p:grpSpPr>
        <p:sp>
          <p:nvSpPr>
            <p:cNvPr id="6" name="Freeform 6" descr="2026  AI-generated content may be incorrect."/>
            <p:cNvSpPr/>
            <p:nvPr/>
          </p:nvSpPr>
          <p:spPr>
            <a:xfrm>
              <a:off x="0" y="0"/>
              <a:ext cx="6687439" cy="1994154"/>
            </a:xfrm>
            <a:custGeom>
              <a:avLst/>
              <a:gdLst/>
              <a:ahLst/>
              <a:cxnLst/>
              <a:rect l="l" t="t" r="r" b="b"/>
              <a:pathLst>
                <a:path w="6687439" h="1994154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1" b="-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529147" y="599821"/>
            <a:ext cx="1828800" cy="1606382"/>
            <a:chOff x="0" y="0"/>
            <a:chExt cx="2438400" cy="2141842"/>
          </a:xfrm>
        </p:grpSpPr>
        <p:sp>
          <p:nvSpPr>
            <p:cNvPr id="8" name="Freeform 8" descr="The image features the logo of the Shree Devi Technology, Mangaluru Institute, symbolizing a technological engineering focus.  AI-generated content may be incorrect."/>
            <p:cNvSpPr/>
            <p:nvPr/>
          </p:nvSpPr>
          <p:spPr>
            <a:xfrm>
              <a:off x="0" y="0"/>
              <a:ext cx="2438400" cy="2141855"/>
            </a:xfrm>
            <a:custGeom>
              <a:avLst/>
              <a:gdLst/>
              <a:ahLst/>
              <a:cxnLst/>
              <a:rect l="l" t="t" r="r" b="b"/>
              <a:pathLst>
                <a:path w="2438400" h="2141855">
                  <a:moveTo>
                    <a:pt x="0" y="0"/>
                  </a:moveTo>
                  <a:lnTo>
                    <a:pt x="2438400" y="0"/>
                  </a:lnTo>
                  <a:lnTo>
                    <a:pt x="2438400" y="2141855"/>
                  </a:lnTo>
                  <a:lnTo>
                    <a:pt x="0" y="2141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130040" y="878462"/>
            <a:ext cx="9189720" cy="133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SHREE DEVI INSTITUTE OF TECHNOLOGY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(ACCREDITED BY NAAC)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(AFFILIATED TO VISVESVARAYA TECHNOLOGICAL UNIVERSITY &amp; RECOGNIZED BY AICTE)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KENJAR,MANGALURU - 574142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721002" y="957006"/>
            <a:ext cx="1601042" cy="1003428"/>
            <a:chOff x="0" y="0"/>
            <a:chExt cx="1739900" cy="10904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9900" cy="1090455"/>
            </a:xfrm>
            <a:custGeom>
              <a:avLst/>
              <a:gdLst/>
              <a:ahLst/>
              <a:cxnLst/>
              <a:rect l="l" t="t" r="r" b="b"/>
              <a:pathLst>
                <a:path w="1739900" h="1090455">
                  <a:moveTo>
                    <a:pt x="0" y="0"/>
                  </a:moveTo>
                  <a:lnTo>
                    <a:pt x="1739900" y="0"/>
                  </a:lnTo>
                  <a:lnTo>
                    <a:pt x="1739900" y="1090455"/>
                  </a:lnTo>
                  <a:lnTo>
                    <a:pt x="0" y="1090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49" t="-207159" r="-14297" b="-166853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5322044" y="1028700"/>
            <a:ext cx="1937256" cy="818282"/>
          </a:xfrm>
          <a:custGeom>
            <a:avLst/>
            <a:gdLst/>
            <a:ahLst/>
            <a:cxnLst/>
            <a:rect l="l" t="t" r="r" b="b"/>
            <a:pathLst>
              <a:path w="1937256" h="818282">
                <a:moveTo>
                  <a:pt x="0" y="0"/>
                </a:moveTo>
                <a:lnTo>
                  <a:pt x="1937256" y="0"/>
                </a:lnTo>
                <a:lnTo>
                  <a:pt x="1937256" y="818282"/>
                </a:lnTo>
                <a:lnTo>
                  <a:pt x="0" y="818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9" r="-1618" b="-4128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59650" y="1034335"/>
            <a:ext cx="1969496" cy="737354"/>
            <a:chOff x="0" y="0"/>
            <a:chExt cx="2260600" cy="8463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0600" cy="846339"/>
            </a:xfrm>
            <a:custGeom>
              <a:avLst/>
              <a:gdLst/>
              <a:ahLst/>
              <a:cxnLst/>
              <a:rect l="l" t="t" r="r" b="b"/>
              <a:pathLst>
                <a:path w="2260600" h="846339">
                  <a:moveTo>
                    <a:pt x="0" y="0"/>
                  </a:moveTo>
                  <a:lnTo>
                    <a:pt x="2260600" y="0"/>
                  </a:lnTo>
                  <a:lnTo>
                    <a:pt x="2260600" y="846339"/>
                  </a:lnTo>
                  <a:lnTo>
                    <a:pt x="0" y="84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271" b="-6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243678"/>
            <a:ext cx="17449800" cy="9700422"/>
            <a:chOff x="0" y="0"/>
            <a:chExt cx="23266400" cy="1293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20201" y="1112815"/>
            <a:ext cx="7994494" cy="6108621"/>
            <a:chOff x="0" y="0"/>
            <a:chExt cx="10659326" cy="81448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59364" cy="8144891"/>
            </a:xfrm>
            <a:custGeom>
              <a:avLst/>
              <a:gdLst/>
              <a:ahLst/>
              <a:cxnLst/>
              <a:rect l="l" t="t" r="r" b="b"/>
              <a:pathLst>
                <a:path w="10659364" h="8144891">
                  <a:moveTo>
                    <a:pt x="0" y="0"/>
                  </a:moveTo>
                  <a:lnTo>
                    <a:pt x="10659364" y="0"/>
                  </a:lnTo>
                  <a:lnTo>
                    <a:pt x="10659364" y="8144891"/>
                  </a:lnTo>
                  <a:lnTo>
                    <a:pt x="0" y="814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35501" y="1112815"/>
            <a:ext cx="7994494" cy="6108621"/>
            <a:chOff x="0" y="0"/>
            <a:chExt cx="10659326" cy="81448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59364" cy="8144891"/>
            </a:xfrm>
            <a:custGeom>
              <a:avLst/>
              <a:gdLst/>
              <a:ahLst/>
              <a:cxnLst/>
              <a:rect l="l" t="t" r="r" b="b"/>
              <a:pathLst>
                <a:path w="10659364" h="8144891">
                  <a:moveTo>
                    <a:pt x="0" y="0"/>
                  </a:moveTo>
                  <a:lnTo>
                    <a:pt x="10659364" y="0"/>
                  </a:lnTo>
                  <a:lnTo>
                    <a:pt x="10659364" y="8144891"/>
                  </a:lnTo>
                  <a:lnTo>
                    <a:pt x="0" y="814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744297" y="1305849"/>
            <a:ext cx="652760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1" u="sng" spc="2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 solutions:</a:t>
            </a:r>
            <a:r>
              <a:rPr lang="en-US" sz="5250" b="1" spc="2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9249" y="2521029"/>
            <a:ext cx="6742986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Google Maps and navigation apps       provide traffic updates and route suggestions.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Traffic police use CCTV cameras and monitoring systems to manage traffic.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Citizens report road problems through phone calls, social media and grievance portals.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Existing systems have limited integration between citizen reports, incident verification, traffic analysis and employer travel planning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86903" y="1305849"/>
            <a:ext cx="692318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1" u="sng" spc="2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86903" y="2521029"/>
            <a:ext cx="7219831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Develop a web-based platform to report road incidents and traffic congestion.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Use GPS or manual location entry to identify incident locations.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Allow authorities to verify reports and update incident status.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Display incidents on maps and send traffic alerts.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Suggest alternative routes using a routing service.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Provide employer–employee travel dashboards and monthly traffic analytics.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189980" y="3734577"/>
            <a:ext cx="9449430" cy="2817846"/>
            <a:chOff x="0" y="0"/>
            <a:chExt cx="6687414" cy="1994205"/>
          </a:xfrm>
        </p:grpSpPr>
        <p:sp>
          <p:nvSpPr>
            <p:cNvPr id="15" name="Freeform 15" descr="2026  AI-generated content may be incorrect."/>
            <p:cNvSpPr/>
            <p:nvPr/>
          </p:nvSpPr>
          <p:spPr>
            <a:xfrm>
              <a:off x="0" y="0"/>
              <a:ext cx="6687439" cy="1994154"/>
            </a:xfrm>
            <a:custGeom>
              <a:avLst/>
              <a:gdLst/>
              <a:ahLst/>
              <a:cxnLst/>
              <a:rect l="l" t="t" r="r" b="b"/>
              <a:pathLst>
                <a:path w="6687439" h="1994154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r="-41" b="-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38902-92FD-DE27-7E44-3F0629FA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7C3DEBF-EE4D-8A7C-C764-F2187C7DCB2C}"/>
              </a:ext>
            </a:extLst>
          </p:cNvPr>
          <p:cNvGrpSpPr/>
          <p:nvPr/>
        </p:nvGrpSpPr>
        <p:grpSpPr>
          <a:xfrm>
            <a:off x="381000" y="243678"/>
            <a:ext cx="17449800" cy="9700422"/>
            <a:chOff x="0" y="0"/>
            <a:chExt cx="23266400" cy="129338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AE026B-19B7-1273-2B7E-B937E74E99BE}"/>
                </a:ext>
              </a:extLst>
            </p:cNvPr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6B0AD97-6274-BA28-ECEB-C5139948919D}"/>
              </a:ext>
            </a:extLst>
          </p:cNvPr>
          <p:cNvGrpSpPr/>
          <p:nvPr/>
        </p:nvGrpSpPr>
        <p:grpSpPr>
          <a:xfrm>
            <a:off x="9035501" y="1112815"/>
            <a:ext cx="7994494" cy="6108621"/>
            <a:chOff x="0" y="0"/>
            <a:chExt cx="10659326" cy="814482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DB62C6E-D2E5-4F2F-071D-20E84A22BC10}"/>
                </a:ext>
              </a:extLst>
            </p:cNvPr>
            <p:cNvSpPr/>
            <p:nvPr/>
          </p:nvSpPr>
          <p:spPr>
            <a:xfrm>
              <a:off x="0" y="0"/>
              <a:ext cx="10659364" cy="8144891"/>
            </a:xfrm>
            <a:custGeom>
              <a:avLst/>
              <a:gdLst/>
              <a:ahLst/>
              <a:cxnLst/>
              <a:rect l="l" t="t" r="r" b="b"/>
              <a:pathLst>
                <a:path w="10659364" h="8144891">
                  <a:moveTo>
                    <a:pt x="0" y="0"/>
                  </a:moveTo>
                  <a:lnTo>
                    <a:pt x="10659364" y="0"/>
                  </a:lnTo>
                  <a:lnTo>
                    <a:pt x="10659364" y="8144891"/>
                  </a:lnTo>
                  <a:lnTo>
                    <a:pt x="0" y="814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33A033BE-9A1B-8E5D-F8B8-D8524ADFC3AF}"/>
              </a:ext>
            </a:extLst>
          </p:cNvPr>
          <p:cNvSpPr txBox="1"/>
          <p:nvPr/>
        </p:nvSpPr>
        <p:spPr>
          <a:xfrm>
            <a:off x="-600666" y="1257300"/>
            <a:ext cx="883539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250" b="1" u="sng" spc="2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Cases: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D51505-0522-A30D-69DD-3CE492DEC6C6}"/>
              </a:ext>
            </a:extLst>
          </p:cNvPr>
          <p:cNvSpPr txBox="1"/>
          <p:nvPr/>
        </p:nvSpPr>
        <p:spPr>
          <a:xfrm>
            <a:off x="1981200" y="2552700"/>
            <a:ext cx="137922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/>
            <a:endParaRPr lang="en-US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 Report road incidents and view traffic alerts.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 Verify reports and track resolution status.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 Check road disruptions before travelling to work.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 Understand travel delays and recurring disruptions.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 Analyze historical incidents and identify problem areas.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830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243678"/>
            <a:ext cx="17449800" cy="9700422"/>
            <a:chOff x="0" y="0"/>
            <a:chExt cx="23266400" cy="1293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52600" y="1297041"/>
            <a:ext cx="1020834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1" u="sng" spc="2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 of the project 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419285" y="3684966"/>
            <a:ext cx="9449430" cy="2817846"/>
            <a:chOff x="0" y="0"/>
            <a:chExt cx="6687414" cy="1994205"/>
          </a:xfrm>
        </p:grpSpPr>
        <p:sp>
          <p:nvSpPr>
            <p:cNvPr id="6" name="Freeform 6" descr="2026  AI-generated content may be incorrect."/>
            <p:cNvSpPr/>
            <p:nvPr/>
          </p:nvSpPr>
          <p:spPr>
            <a:xfrm>
              <a:off x="0" y="0"/>
              <a:ext cx="6687439" cy="1994154"/>
            </a:xfrm>
            <a:custGeom>
              <a:avLst/>
              <a:gdLst/>
              <a:ahLst/>
              <a:cxnLst/>
              <a:rect l="l" t="t" r="r" b="b"/>
              <a:pathLst>
                <a:path w="6687439" h="1994154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r="-41" b="-2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C275ACE-D8F4-B40D-4F56-BB35BE37DE75}"/>
              </a:ext>
            </a:extLst>
          </p:cNvPr>
          <p:cNvSpPr txBox="1"/>
          <p:nvPr/>
        </p:nvSpPr>
        <p:spPr>
          <a:xfrm>
            <a:off x="1752600" y="2781300"/>
            <a:ext cx="143027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 </a:t>
            </a:r>
            <a:r>
              <a:rPr lang="en-IN" sz="3200" dirty="0" err="1"/>
              <a:t>RoadAlert</a:t>
            </a:r>
            <a:r>
              <a:rPr lang="en-IN" sz="3200" dirty="0"/>
              <a:t> is a web-based platform for traffic and road-incident  management.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 It connects citizens, commuters, employers and authorities.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 Users can report road incidents and receive location-based traffic alerts.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 It provides route information and alternative routes.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 Authorities can verify incidents and update their status.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Historical data helps identify recurring road problems and traffic patterns.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243678"/>
            <a:ext cx="17449800" cy="9700422"/>
            <a:chOff x="0" y="0"/>
            <a:chExt cx="23266400" cy="1293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828800" y="1512107"/>
            <a:ext cx="584739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5250" b="1" u="sng" spc="2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progress: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381185" y="3734577"/>
            <a:ext cx="9449430" cy="2817846"/>
            <a:chOff x="0" y="0"/>
            <a:chExt cx="6687414" cy="1994205"/>
          </a:xfrm>
        </p:grpSpPr>
        <p:sp>
          <p:nvSpPr>
            <p:cNvPr id="6" name="Freeform 6" descr="2026  AI-generated content may be incorrect."/>
            <p:cNvSpPr/>
            <p:nvPr/>
          </p:nvSpPr>
          <p:spPr>
            <a:xfrm>
              <a:off x="0" y="0"/>
              <a:ext cx="6687439" cy="1994154"/>
            </a:xfrm>
            <a:custGeom>
              <a:avLst/>
              <a:gdLst/>
              <a:ahLst/>
              <a:cxnLst/>
              <a:rect l="l" t="t" r="r" b="b"/>
              <a:pathLst>
                <a:path w="6687439" h="1994154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r="-41" b="-2"/>
              </a:stretch>
            </a:blipFill>
          </p:spPr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A2FB37C-A33A-6BDB-6DD4-14799CD84270}"/>
              </a:ext>
            </a:extLst>
          </p:cNvPr>
          <p:cNvSpPr txBox="1"/>
          <p:nvPr/>
        </p:nvSpPr>
        <p:spPr>
          <a:xfrm>
            <a:off x="1600200" y="2635085"/>
            <a:ext cx="12801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Registration and login interfaces created.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Incident reporting form with road-problem categories added.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Manual location entry and device GPS support implemented.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Initial dashboard, verification workflow, and traffic analytics prepared.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Live traffic integration and alternative-route calculation are future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243678"/>
            <a:ext cx="17449800" cy="9700422"/>
            <a:chOff x="0" y="0"/>
            <a:chExt cx="23266400" cy="1293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667000" y="1322691"/>
            <a:ext cx="393418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5250" b="1" u="sng" spc="2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419285" y="3684966"/>
            <a:ext cx="9449430" cy="2817846"/>
            <a:chOff x="0" y="0"/>
            <a:chExt cx="6687414" cy="1994205"/>
          </a:xfrm>
        </p:grpSpPr>
        <p:sp>
          <p:nvSpPr>
            <p:cNvPr id="6" name="Freeform 6" descr="2026  AI-generated content may be incorrect."/>
            <p:cNvSpPr/>
            <p:nvPr/>
          </p:nvSpPr>
          <p:spPr>
            <a:xfrm>
              <a:off x="0" y="0"/>
              <a:ext cx="6687439" cy="1994154"/>
            </a:xfrm>
            <a:custGeom>
              <a:avLst/>
              <a:gdLst/>
              <a:ahLst/>
              <a:cxnLst/>
              <a:rect l="l" t="t" r="r" b="b"/>
              <a:pathLst>
                <a:path w="6687439" h="1994154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r="-41" b="-2"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3E3D79A-BC0A-5DC1-4073-9B8FEE36A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250" y="256899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5750" y="186528"/>
            <a:ext cx="17449800" cy="9700422"/>
            <a:chOff x="0" y="0"/>
            <a:chExt cx="23266400" cy="12933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66400" cy="12933934"/>
            </a:xfrm>
            <a:custGeom>
              <a:avLst/>
              <a:gdLst/>
              <a:ahLst/>
              <a:cxnLst/>
              <a:rect l="l" t="t" r="r" b="b"/>
              <a:pathLst>
                <a:path w="23266400" h="12933934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00364" y="1397036"/>
            <a:ext cx="1127889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5250" b="1" u="sng" spc="2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Implementation: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419285" y="3627816"/>
            <a:ext cx="9449430" cy="2817846"/>
            <a:chOff x="0" y="0"/>
            <a:chExt cx="6687414" cy="1994205"/>
          </a:xfrm>
        </p:grpSpPr>
        <p:sp>
          <p:nvSpPr>
            <p:cNvPr id="6" name="Freeform 6" descr="2026  AI-generated content may be incorrect."/>
            <p:cNvSpPr/>
            <p:nvPr/>
          </p:nvSpPr>
          <p:spPr>
            <a:xfrm>
              <a:off x="0" y="0"/>
              <a:ext cx="6687439" cy="1994154"/>
            </a:xfrm>
            <a:custGeom>
              <a:avLst/>
              <a:gdLst/>
              <a:ahLst/>
              <a:cxnLst/>
              <a:rect l="l" t="t" r="r" b="b"/>
              <a:pathLst>
                <a:path w="6687439" h="1994154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r="-41" b="-2"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E8F9EA-87E9-151D-F42F-9B3C8842BFA5}"/>
              </a:ext>
            </a:extLst>
          </p:cNvPr>
          <p:cNvSpPr txBox="1"/>
          <p:nvPr/>
        </p:nvSpPr>
        <p:spPr>
          <a:xfrm>
            <a:off x="1752600" y="2552700"/>
            <a:ext cx="12877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Integrate a live traffic and mapping API.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Implement secure user authentication and role-based access for citizens and authorities.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Add image uploads and stronger incident verification.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Generate alternative routes using real-time traffic and road-closure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Send location-based alerts for nearby incidents.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Add recurring hotspot detection using historical incident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Generate downloadable monthly reports and trend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422</Words>
  <Application>Microsoft Office PowerPoint</Application>
  <PresentationFormat>Custom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 (MS)</vt:lpstr>
      <vt:lpstr>Arial</vt:lpstr>
      <vt:lpstr>Poppins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nexathon-ppt-template.pptx</dc:title>
  <dc:creator>Eshan Gowda</dc:creator>
  <cp:lastModifiedBy>Eshan Gowda</cp:lastModifiedBy>
  <cp:revision>2</cp:revision>
  <dcterms:created xsi:type="dcterms:W3CDTF">2006-08-16T00:00:00Z</dcterms:created>
  <dcterms:modified xsi:type="dcterms:W3CDTF">2026-10-23T11:06:05Z</dcterms:modified>
  <dc:identifier>DAHYtV5uHcc</dc:identifier>
</cp:coreProperties>
</file>